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Kontextdiagramm ThesisFlow in Datenfluss-Notation (Soll-Perspektive, vgl. Vorlesung Kap. 2 System und Systemkontext abgrenzen).
Systemgrenze: das Portal ThesisFlow. Kontextgrenze: alle Personen, Systeme, Dokumente und Ereignisse, die Anforderungen beeinflussen.
Grüne Pfeile = Input (Quellen), blaue Pfeile = Output (Senken). Die Grauzone rechts enthält Aspekte, deren Beziehung zum System noch zu klären ist (Interviewfragen an den Auftraggeber).
Grundlage: 7-Schritte-Ablauf des Zulassungsantrags (Studierende, 2. Prüfer, Sekretariat, PA-Vorsitz, 1. Prüfer, Sekretariat, Studierende) und Verlängerungsantrag an den Studienausschuss WI.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Kontextdiagramm ThesisFlow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 in der Soll-Perspektive: Quellen und Senken des Abschlussarbeiten-Portals des FB MND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046720" y="2560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 ·  GRUPPE GRÜN  ·  STAND 30.09.2026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9692640" cy="5257800"/>
          </a:xfrm>
          <a:prstGeom prst="roundRect">
            <a:avLst>
              <a:gd name="adj" fmla="val 3478"/>
            </a:avLst>
          </a:prstGeom>
          <a:solidFill>
            <a:srgbClr val="F5F7F4"/>
          </a:solidFill>
          <a:ln w="15875">
            <a:solidFill>
              <a:srgbClr val="97BC6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9784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Kontextgrenze  ·  Systemkontext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480560" y="1188720"/>
            <a:ext cx="1828800" cy="34290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1188720"/>
            <a:ext cx="16459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ThesisFlow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9E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für Anmeldung, Freigabe, Ausgabe und Verlängerung von Abschlussarbeiten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Systemgrenze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13258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5133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468880" y="16413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606040" y="13487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Antrag (Thema, Prüfende, Starttermin), Anlage ext. Prüfer, Verlängerungsantrag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Status, Zulassungsbescheid, Ausgabe (Thema, Beginn, Abgabe)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31520" y="2011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011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68880" y="21991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468880" y="23271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606040" y="20345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Betreuungszusage, Ausgabe mit Beginn und Abgabe, Befürwortung Verlängerung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Antragsdaten, Aufgabenhinweis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31520" y="26974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 Zweitprüfende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68880" y="28849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468880" y="30129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606040" y="27203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Zusage Korreferat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Korreferatsanfrage, Antragsdaten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31520" y="33832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3832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Korreferenten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468880" y="35707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468880" y="36987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606040" y="34061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Zusage, Qualifikationsnachweis, Urkundenkopie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Einladungslink (ohne THM-Konto), Antragsdaten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0" y="40690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Sekretariat / Dekanat MND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468880" y="42565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468880" y="43845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606040" y="40919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Ergebnis formale Prüfung, Fristprüfung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Prüfliste, Antragsdaten, Fristenübersicht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321040" y="1645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1040" y="164592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Prüfungsausschuss-Vorsitz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9360" y="183337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37" name="Shape 35"/>
          <p:cNvSpPr/>
          <p:nvPr/>
        </p:nvSpPr>
        <p:spPr>
          <a:xfrm>
            <a:off x="6309360" y="196138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446520" y="166878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Entscheidung Zulassung und ext. Prüfer, Begründung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Entscheidungsvorlage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8321040" y="24231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21040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Studienausschuss WI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09360" y="261061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42" name="Shape 40"/>
          <p:cNvSpPr/>
          <p:nvPr/>
        </p:nvSpPr>
        <p:spPr>
          <a:xfrm>
            <a:off x="6309360" y="273862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46520" y="244602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Entscheidung Verlängerung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Verlängerungsantrag mit Befürwortung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8321040" y="320040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8321040" y="320040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THM-Login (SSO)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 Betrieb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09360" y="338785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47" name="Shape 45"/>
          <p:cNvSpPr/>
          <p:nvPr/>
        </p:nvSpPr>
        <p:spPr>
          <a:xfrm>
            <a:off x="6309360" y="351586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6446520" y="322326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Identität, Rolle, Matrikelnummer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Authentifizierungsanfrage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8321040" y="397764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8321040" y="397764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E-Mail-Dienst THM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 Betrieb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09360" y="416509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52" name="Shape 50"/>
          <p:cNvSpPr/>
          <p:nvPr/>
        </p:nvSpPr>
        <p:spPr>
          <a:xfrm>
            <a:off x="6309360" y="429310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446520" y="400050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Zustellstatus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Benachrichtigungen, Einladungen, Bescheide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377440" y="5440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ysDot"/>
          </a:ln>
        </p:spPr>
      </p:sp>
      <p:sp>
        <p:nvSpPr>
          <p:cNvPr id="55" name="Text 53"/>
          <p:cNvSpPr txBox="1"/>
          <p:nvPr/>
        </p:nvSpPr>
        <p:spPr>
          <a:xfrm>
            <a:off x="2377440" y="5440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Prüfungsordnungen / Allg. Best.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246120" y="4892040"/>
            <a:ext cx="914" cy="54864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46120" y="4892040"/>
            <a:ext cx="164592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92040" y="4617720"/>
            <a:ext cx="914" cy="27432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59" name="Text 57"/>
          <p:cNvSpPr txBox="1"/>
          <p:nvPr/>
        </p:nvSpPr>
        <p:spPr>
          <a:xfrm>
            <a:off x="2468880" y="4956048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Zulassungsregeln, Fristen (Konfiguration)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26280" y="5440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ysDot"/>
          </a:ln>
        </p:spPr>
      </p:sp>
      <p:sp>
        <p:nvSpPr>
          <p:cNvPr id="61" name="Text 59"/>
          <p:cNvSpPr txBox="1"/>
          <p:nvPr/>
        </p:nvSpPr>
        <p:spPr>
          <a:xfrm>
            <a:off x="4526280" y="5440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Studierendenakte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394960" y="4617720"/>
            <a:ext cx="914" cy="822960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4617720" y="4956048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abgeschlossener Vorgang als Akten-PDF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6675120" y="5440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7E0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675120" y="5440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Fristablauf / Rückgabefrist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7543800" y="4892040"/>
            <a:ext cx="914" cy="54864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97880" y="4892040"/>
            <a:ext cx="164592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97880" y="4617720"/>
            <a:ext cx="914" cy="27432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69" name="Text 67"/>
          <p:cNvSpPr txBox="1"/>
          <p:nvPr/>
        </p:nvSpPr>
        <p:spPr>
          <a:xfrm>
            <a:off x="6766560" y="4956048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Abgabetermin erreicht, 4-Wochen-Frist Themenrückgabe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10332720" y="914400"/>
            <a:ext cx="1417320" cy="52578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9D1C9"/>
            </a:solidFill>
            <a:prstDash val="sysDot"/>
          </a:ln>
        </p:spPr>
      </p:sp>
      <p:sp>
        <p:nvSpPr>
          <p:cNvPr id="71" name="Text 69"/>
          <p:cNvSpPr txBox="1"/>
          <p:nvPr/>
        </p:nvSpPr>
        <p:spPr>
          <a:xfrm>
            <a:off x="10424160" y="10058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Grauzone</a:t>
            </a:r>
            <a:endParaRPr lang="en-US" sz="950" dirty="0"/>
          </a:p>
          <a:p>
            <a:pPr indent="0" marL="0"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Beziehung zum System noch offen (Kontextabgrenzung)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424160" y="164592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10479024" y="16916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Prüfungsverwaltung THM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Modulstand für die Zulassungsprüfung: manuell oder Schnittstelle?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424160" y="274320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10479024" y="278892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Unternehmen der Studierenden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externer Thesis und Verlängerung: nur Datenfeld oder Beteiligter?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10424160" y="384048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10479024" y="388620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 / Lernplattform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Kolloquium und Betreuung laufen dort, nicht im Portal?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0424160" y="493776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9" name="Text 77"/>
          <p:cNvSpPr txBox="1"/>
          <p:nvPr/>
        </p:nvSpPr>
        <p:spPr>
          <a:xfrm>
            <a:off x="10479024" y="498348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Papierakte / Postadresse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Entfällt, falls die Akte digital geführt wird.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5720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EEF4E8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0467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73736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968A"/>
            </a:solidFill>
            <a:prstDash val="dash"/>
          </a:ln>
        </p:spPr>
      </p:sp>
      <p:sp>
        <p:nvSpPr>
          <p:cNvPr id="83" name="Text 81"/>
          <p:cNvSpPr txBox="1"/>
          <p:nvPr/>
        </p:nvSpPr>
        <p:spPr>
          <a:xfrm>
            <a:off x="208483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 Betrieb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310896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ysDot"/>
          </a:ln>
        </p:spPr>
      </p:sp>
      <p:sp>
        <p:nvSpPr>
          <p:cNvPr id="85" name="Text 83"/>
          <p:cNvSpPr txBox="1"/>
          <p:nvPr/>
        </p:nvSpPr>
        <p:spPr>
          <a:xfrm>
            <a:off x="345643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11480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46227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120640" y="6446520"/>
            <a:ext cx="36576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89" name="Text 87"/>
          <p:cNvSpPr txBox="1"/>
          <p:nvPr/>
        </p:nvSpPr>
        <p:spPr>
          <a:xfrm>
            <a:off x="5532120" y="6309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in das System (Quelle)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7132320" y="6446520"/>
            <a:ext cx="36576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91" name="Text 89"/>
          <p:cNvSpPr txBox="1"/>
          <p:nvPr/>
        </p:nvSpPr>
        <p:spPr>
          <a:xfrm>
            <a:off x="7543800" y="6309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aus dem System (Senke)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9326880" y="6309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Zulassungsantrag WS23/24, Anlage ext. Prüfer, PO B.Sc./M.Sc. WI 2024, Vorlesung Kap. 2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Kontextdiagramm ThesisFlow</dc:title>
  <dc:subject>PptxGenJS Presentation</dc:subject>
  <dc:creator>PptxGenJS</dc:creator>
  <cp:lastModifiedBy>PptxGenJS</cp:lastModifiedBy>
  <cp:revision>1</cp:revision>
  <dcterms:created xsi:type="dcterms:W3CDTF">2026-09-30T11:21:03Z</dcterms:created>
  <dcterms:modified xsi:type="dcterms:W3CDTF">2026-09-30T11:21:03Z</dcterms:modified>
</cp:coreProperties>
</file>