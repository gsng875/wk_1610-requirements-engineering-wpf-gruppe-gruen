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Jonas Rosamann – Student Wirtschaftsinformatik, kurz vor der Abschlussarbeit
„Ich will einfach wissen, ob mein Antrag angekommen ist und was noch fehlt.“
Aufbau nach Vorgabe: Ziele (spezifisch und allgemein), Eigenschaften, Frustrationen, Nutzungsüberwindung.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Walter Weiß – Professor für Wirtschaftsinformatik, Fachbereich MND
„Ich akzeptiere Software sofort, wenn sie mir Zeit spart.“
Aufbau nach Vorgabe: Ziele (spezifisch und allgemein), Eigenschaften, Frustrationen, Nutzungsüberwindung.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 Freimann – Prüfungsausschussvorsitzender, Fachbereich MND
„Fehlerfrei und nachvollziehbar geht vor optischen Spielereien.“
Aufbau nach Vorgabe: Ziele (spezifisch und allgemein), Eigenschaften, Frustrationen, Nutzungsüberwindung.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Selman cok – Verwaltungsangestellter im Dekanat, Fachbereich MND
„Jeden unvollständigen Antrag muss ich dreimal in die Hand nehmen.“
Aufbau nach Vorgabe: Ziele (spezifisch und allgemein), Eigenschaften, Frustrationen, Nutzungsüberwindung.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560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Studierende:r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0" y="320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1 VON 4  ·  THESISFLOW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2514600" cy="3931920"/>
          </a:xfrm>
          <a:prstGeom prst="roundRect">
            <a:avLst>
              <a:gd name="adj" fmla="val 4364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005840"/>
            <a:ext cx="1325880" cy="1325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hotos/u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051560"/>
            <a:ext cx="1234440" cy="1234440"/>
          </a:xfrm>
          <a:prstGeom prst="ellipse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560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Jonas Rosamann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80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Wirtschaftsinformatik, kurz vor der Abschlussarbeit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246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„Ich will einfach wissen, ob mein Antrag angekommen ist und was noch fehlt.“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8404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Alter: 23 Jahre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Wohnort: Gießen, WG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Familienstand: ledig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Nebenjob: Werkstudent, 12 h/Woche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Geräte: Smartphone, Laptop zu Hause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0" y="89611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00400" y="896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3529584" y="86868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246120" y="121615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in einem Durchgang korrekt einreichen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Bearbeitungsstand jederzeit am Handy sehen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Prüfende ohne Unterschriftenlauf bestätigen lassen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Studium in Regelstudienzeit abschließen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35040" y="89611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35040" y="896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6364224" y="86868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Eigenschaften und Verhalten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080760" y="121615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Abschlussarbeit, unsicher bei Formalien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Digital-native, erwartet App-Komfort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knapp, reagiert auf Erinnerungen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Volleyball, Serien, wenig Geduld mit Papier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00400" y="258775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200400" y="2587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3529584" y="256032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Frustrationen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3246120" y="290779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ausdrucken, unterschreiben, scannen, mailen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Wochenlang keine Rückmeldung zum Antrag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Unsicher, ob alles vollständig ist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Sekretariat nur zu Öffnungszeiten erreichbar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035040" y="258775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035040" y="2587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6364224" y="256032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Nutzungsüberwindung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080760" y="290779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Schritt-für-Schritt-Führung mit Pflichtfeldprüfung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mit THM-Konto, keine neue Registrierung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 oder Mail-Benachrichtigung bei Statuswechsel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genauso komfortabel wie am Desktop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3200400" y="4315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Technikaffinität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224528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98264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0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745736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19472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074920" y="4315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Prozesskenntnis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099048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272784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46520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620256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793992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949440" y="4315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Zeitbudget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973568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147304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321040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494776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668512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200400" y="4709160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 – Praxisteil  ·  Personas  ·  Skala 1 = niedrig, 5 = hoch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560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Prüfer:in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0" y="320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2 VON 4  ·  THESISFLOW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2514600" cy="3931920"/>
          </a:xfrm>
          <a:prstGeom prst="roundRect">
            <a:avLst>
              <a:gd name="adj" fmla="val 4364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005840"/>
            <a:ext cx="1325880" cy="1325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hotos/u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051560"/>
            <a:ext cx="1234440" cy="1234440"/>
          </a:xfrm>
          <a:prstGeom prst="ellipse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560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Walter Weiß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80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für Wirtschaftsinformatik, Fachbereich MND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246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„Ich akzeptiere Software sofort, wenn sie mir Zeit spart.“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8404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Alter: 50 Jahre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Ort: THM Friedberg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der Hochschule seit: über 10 Jahren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Betreut 10 bis 16 Arbeiten pro Semester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Geräte: Büro-PC, privates iPad, Smartphone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0" y="89611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00400" y="896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3529584" y="86868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246120" y="121615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Betreuung mit einem Klick bestätigen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Freigabe geht ohne Medienbruch direkt weiter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Übersicht aller laufenden Arbeiten, um Engpässe zu vermeiden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 für inhaltliche Betreuung statt Bürokratie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35040" y="89611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35040" y="896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6364224" y="86868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Eigenschaften und Verhalten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080760" y="121615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 Betreuungsbereitschaft, engagiert in Lehre und Praxis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Betreut neben Vorlesungen und Forschungsprojekten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Arbeitet viel asynchron von unterwegs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Erst- oder Zweitprüfer:in, je nach Arbeit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00400" y="258775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200400" y="2587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3529584" y="256032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Frustrationen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3246120" y="290779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Unleserliche Scans und fehlerhaft ausgefüllte Anträge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Freigaben gehen im vollen Postfach unter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Mühsame Abstimmung mit externen Zweitprüfer:innen ohne THM-Konto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Überblick über Zeitplan und Begründung bei Verlängerungen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035040" y="258775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035040" y="2587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6364224" y="256032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Nutzungsüberwindung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080760" y="290779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Spart spürbar Zeit gegenüber PDF und E-Mail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 bedienbar, ohne Schulung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überkomplizierten Masken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Funktioniert auch auf iPad und Smartphone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3200400" y="4315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Technikaffinität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224528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98264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0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745736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19472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074920" y="4315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Prozesskenntnis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099048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272784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46520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620256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793992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949440" y="4315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Zeitbudget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973568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147304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321040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494776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668512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200400" y="4709160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 – Praxisteil  ·  Personas  ·  Skala 1 = niedrig, 5 = hoch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560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Prüfungsausschuss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0" y="320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3 VON 4  ·  THESISFLOW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2514600" cy="3931920"/>
          </a:xfrm>
          <a:prstGeom prst="roundRect">
            <a:avLst>
              <a:gd name="adj" fmla="val 4364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005840"/>
            <a:ext cx="1325880" cy="1325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hotos/u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051560"/>
            <a:ext cx="1234440" cy="1234440"/>
          </a:xfrm>
          <a:prstGeom prst="ellipse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560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Gustav Freimann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80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Prüfungsausschussvorsitzender, Fachbereich MND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246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„Fehlerfrei und nachvollziehbar geht vor optischen Spielereien.“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8404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Alter: 55 Jahre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Ort: THM Friedberg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Verantwortung: Prüfungsordnungen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Prüft Anträge gesammelt vor Sitzungen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Geräte: Desktop-PC im Hochschulbüro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0" y="89611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00400" y="896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3529584" y="86868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246120" y="121615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Abschlussarbeiten rechtssicher nach Prüfungsordnung abwickeln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Zulassung und Fristen automatisch vorgeprüft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Einwandfreie Anträge mit einem Klick bewilligen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Verlängerungen mit Nachweis und neuem Abgabetermin dokumentiert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35040" y="89611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35040" y="896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6364224" y="86868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Eigenschaften und Verhalten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080760" y="121615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Trägt die rechtliche Letztverantwortung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Entscheidet über Zulassung und Verlängerung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Arbeitet mit tabellarischen Übersichten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Verlässlichkeit ist wichtiger als Optik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00400" y="258775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200400" y="2587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3529584" y="256032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Frustrationen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3246120" y="290779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Unterschriften und unvollständige Formulare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Points, Bearbeitungszeiten und Fristen von Hand nachrechnen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Unklare Qualifikationsnachweise externer Zweitprüfer:innen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Verlängerungsanträge ohne Überblick über bisherige Verzögerungen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035040" y="258775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035040" y="2587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6364224" y="256032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Nutzungsüberwindung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080760" y="290779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Fehlerfreie, nachvollziehbare Automatisierung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Lückenloses Protokoll jeder Entscheidung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 nach Prüfungsordnung vor der Freigabe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Übersichten als Vorbereitung für die Sitzung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3200400" y="4315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Technikaffinität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224528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98264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0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745736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19472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074920" y="4315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Prozesskenntnis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099048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272784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46520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620256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793992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949440" y="4315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Zeitbudget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973568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147304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321040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494776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668512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200400" y="4709160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 – Praxisteil  ·  Personas  ·  Skala 1 = niedrig, 5 = hoch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560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Sekretariat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0" y="320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4 VON 4  ·  THESISFLOW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2514600" cy="3931920"/>
          </a:xfrm>
          <a:prstGeom prst="roundRect">
            <a:avLst>
              <a:gd name="adj" fmla="val 4364"/>
            </a:avLst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005840"/>
            <a:ext cx="1325880" cy="1325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hotos/u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051560"/>
            <a:ext cx="1234440" cy="1234440"/>
          </a:xfrm>
          <a:prstGeom prst="ellipse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560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Selman cok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80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Verwaltungsangestellter im Dekanat, Fachbereich MND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246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„Jeden unvollständigen Antrag muss ich dreimal in die Hand nehmen.“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8404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Alter: 52 Jahre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Wohnort: Wetzlar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Familienstand: verheiratet, zwei Kinder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FB MND seit: 14 Jahren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Geräte: Desktop-PC, Outlook, Excel, Papierakten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0" y="89611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00400" y="896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3529584" y="86868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246120" y="121615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Vollständigkeit eines Antrags auf einen Blick prüfen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Fristen automatisch berechnen und überwachen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ohne Mail- und Telefonrunden weitergeben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Rechtssichere Ablage ohne Papierstapel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35040" y="89611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35040" y="896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6364224" y="86868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Eigenschaften und Verhalten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080760" y="121615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Sorgfältig, kennt Prüfungsordnungen auswendig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Anlaufstelle für Studierende und Prüfende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Skeptisch bei Neuerungen, offen wenn sie entlasten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Garten, Nordic Walking, Enkelkind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00400" y="258775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200400" y="2587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3529584" y="256032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Frustrationen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3246120" y="290779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Unleserliche Scans und fehlende Unterschriften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Fristen aus E-Mails heraussuchen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Telefonrückfragen binden täglich Stunden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Sonderfälle nur im eigenen Kopf dokumentiert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035040" y="2587752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035040" y="2587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6364224" y="256032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Nutzungsüberwindung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080760" y="2907792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Läuft zuverlässig und bildet seine Prüfschritte ab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 und Listen für die Prüfungsverwaltung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Regeln und Fristen selbst pflegbar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Kurze Einführung, keine wochenlange Schulung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3200400" y="4315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Technikaffinität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224528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98264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0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745736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19472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074920" y="4315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Prozesskenntnis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099048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272784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46520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620256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793992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949440" y="4315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Zeitbudget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973568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147304" y="4361688"/>
            <a:ext cx="137160" cy="137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321040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494776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668512" y="4361688"/>
            <a:ext cx="137160" cy="137160"/>
          </a:xfrm>
          <a:prstGeom prst="ellipse">
            <a:avLst/>
          </a:prstGeom>
          <a:solidFill>
            <a:srgbClr val="D9E6CF"/>
          </a:solidFill>
          <a:ln w="12700">
            <a:solidFill>
              <a:srgbClr val="D9E6C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200400" y="4709160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 – Praxisteil  ·  Personas  ·  Skala 1 = niedrig, 5 = hoch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Personas ThesisFlow</dc:title>
  <dc:subject>PptxGenJS Presentation</dc:subject>
  <dc:creator>PptxGenJS</dc:creator>
  <cp:lastModifiedBy>PptxGenJS</cp:lastModifiedBy>
  <cp:revision>1</cp:revision>
  <dcterms:created xsi:type="dcterms:W3CDTF">2026-10-01T16:18:16Z</dcterms:created>
  <dcterms:modified xsi:type="dcterms:W3CDTF">2026-10-01T16:18:16Z</dcterms:modified>
</cp:coreProperties>
</file>